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 and team. This project demonstrates how Linux creates, runs and ends processes using C system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process is a running program. Linux gives each one a PID and manages CPU and memory sharing. Good management prevents wasted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objectives: create, identify, execute, terminate, synchronize, and understand zombie and orphan processes.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 C on Linux, compiled with GCC. Briefly explain each system call and macro in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program is menu-driven with seven options. main.c shows the menu; child.c is a separate executable used for the execl demonstration.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fork() creates a child. The return value tells parent and child apart. execl() does not create a new process: it replaces the program inside the same process, so the PID stays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Normal: exit(0), then WIFEXITED is true and WEXITSTATUS gives the code. Abnormal: a signal ends the child and WIFSIGNALED is 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Zombie: child finished but parent has not collected the status. Orphan: parent ended first, so another process such as init or systemd adopts the child.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three commands, then summarize what each of the six demonstrations shows.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what was learned about Linux process management and mention possible extensions. Thank the audience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Process Creation, Execution and Termination System</a:t>
            </a:r>
            <a:endParaRPr lang="en-US" sz="3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4206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Keerthana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2520030168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Hasika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2520030372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Nikitha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2520030172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931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University, Bachupally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760720" y="777240"/>
            <a:ext cx="2926080" cy="3429000"/>
          </a:xfrm>
          <a:prstGeom prst="roundRect">
            <a:avLst>
              <a:gd name="adj" fmla="val 3125"/>
            </a:avLst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25312" y="905256"/>
            <a:ext cx="118872" cy="118872"/>
          </a:xfrm>
          <a:prstGeom prst="ellipse">
            <a:avLst/>
          </a:prstGeom>
          <a:solidFill>
            <a:srgbClr val="BBBBBB"/>
          </a:solidFill>
          <a:ln/>
        </p:spPr>
      </p:sp>
      <p:sp>
        <p:nvSpPr>
          <p:cNvPr id="8" name="Shape 5"/>
          <p:cNvSpPr/>
          <p:nvPr/>
        </p:nvSpPr>
        <p:spPr>
          <a:xfrm>
            <a:off x="6108192" y="905256"/>
            <a:ext cx="118872" cy="11887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9" name="Shape 6"/>
          <p:cNvSpPr/>
          <p:nvPr/>
        </p:nvSpPr>
        <p:spPr>
          <a:xfrm>
            <a:off x="6291072" y="905256"/>
            <a:ext cx="118872" cy="11887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37960" y="8503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ubuntu@linux: ~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1234440"/>
            <a:ext cx="25603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./process_lifecycle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 Process Lifecycle ====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Process Creation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Process Execution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Normal Termination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Abnormal Termination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Zombie Process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Orphan Process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Exit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choice: _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3333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301752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Process Creation, Execution and Termination System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is a program that is currently running.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is only a file on disk. A process is that program in action.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Linux process has a unique PID and a parent (PPID).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processes share the CPU and memory at the same time.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process management keeps the system fast, fair and stable.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118872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F2F2F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stored on disk (passive)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949440" y="2011680"/>
            <a:ext cx="0" cy="502920"/>
          </a:xfrm>
          <a:prstGeom prst="line">
            <a:avLst/>
          </a:prstGeom>
          <a:noFill/>
          <a:ln w="285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7086600" y="21214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and run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256032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555555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program with PID, memory, CPU time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49440" y="3383280"/>
            <a:ext cx="0" cy="457200"/>
          </a:xfrm>
          <a:prstGeom prst="line">
            <a:avLst/>
          </a:prstGeom>
          <a:noFill/>
          <a:ln w="285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212080" y="3886200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2B2B2B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 creates, schedules and tracks it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3333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301752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Process Creation, Execution and Termination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2B2B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25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Creation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65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child process using fork().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371600"/>
            <a:ext cx="411480" cy="411480"/>
          </a:xfrm>
          <a:prstGeom prst="ellipse">
            <a:avLst/>
          </a:prstGeom>
          <a:solidFill>
            <a:srgbClr val="2B2B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325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Identification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965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process IDs with getpid() and getppid().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1371600"/>
            <a:ext cx="411480" cy="411480"/>
          </a:xfrm>
          <a:prstGeom prst="ellipse">
            <a:avLst/>
          </a:prstGeom>
          <a:solidFill>
            <a:srgbClr val="2B2B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1325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Execution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965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different program inside the child using execl().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200400"/>
            <a:ext cx="411480" cy="411480"/>
          </a:xfrm>
          <a:prstGeom prst="ellipse">
            <a:avLst/>
          </a:prstGeom>
          <a:solidFill>
            <a:srgbClr val="2B2B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154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&amp; Abnormal Termination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794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how a process ends: with an exit code or by a signal.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91840" y="301752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2F2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74720" y="3200400"/>
            <a:ext cx="411480" cy="411480"/>
          </a:xfrm>
          <a:prstGeom prst="ellipse">
            <a:avLst/>
          </a:prstGeom>
          <a:solidFill>
            <a:srgbClr val="2B2B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3154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3794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parent wait for the child using wait() and waitpid().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26480" y="301752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2F2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09360" y="3200400"/>
            <a:ext cx="411480" cy="411480"/>
          </a:xfrm>
          <a:prstGeom prst="ellipse">
            <a:avLst/>
          </a:prstGeom>
          <a:solidFill>
            <a:srgbClr val="2B2B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3154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 &amp; Orphan Processes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3794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they are and how they happen.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3333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301752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and System Calls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Process Creation, Execution and Termination System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2B2B2B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Language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logic and system calls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05156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2B2B2B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OS (Ubuntu)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and manages processes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05156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2B2B2B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Compiler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main.c and child.c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7452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874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child process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44144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getpid()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4414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current process ID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08376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getppid()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300837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parent process ID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575304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execl()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357530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process with a new program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42232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wait()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41422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waits for a child to finish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187452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waitpid()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1874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a specific child, gets status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244144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exit()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4414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the process with a status code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008376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WIFEXITED()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300837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child ended normally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3575304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WEXITSTATUS()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357530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the exit code of the child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709160" y="4142232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WIFSIGNALED()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41422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child was ended by a signal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3333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301752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 and Menu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Process Creation, Execution and Termination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25296"/>
            <a:ext cx="118872" cy="118872"/>
          </a:xfrm>
          <a:prstGeom prst="ellipse">
            <a:avLst/>
          </a:prstGeom>
          <a:solidFill>
            <a:srgbClr val="BBBBBB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225296"/>
            <a:ext cx="118872" cy="11887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225296"/>
            <a:ext cx="118872" cy="11887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34440" y="11704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ubuntu@linux: ~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./process_lifecycle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Process Creation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Process Execution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Normal Termination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Abnormal Termination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Zombie Process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Orphan Process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Exit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choice: _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3159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files: main.c (menu program) and child.c (program run by execl).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109728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2F2F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a choice (1 to 7)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75120" y="1691640"/>
            <a:ext cx="0" cy="274320"/>
          </a:xfrm>
          <a:prstGeom prst="line">
            <a:avLst/>
          </a:prstGeom>
          <a:noFill/>
          <a:ln w="285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4663440" y="196596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555555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main.c: menu and switch-case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75120" y="2560320"/>
            <a:ext cx="0" cy="274320"/>
          </a:xfrm>
          <a:prstGeom prst="line">
            <a:avLst/>
          </a:prstGeom>
          <a:noFill/>
          <a:ln w="285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663440" y="283464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555555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1 to 6: fork() creates a child for the demo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75120" y="3429000"/>
            <a:ext cx="0" cy="274320"/>
          </a:xfrm>
          <a:prstGeom prst="line">
            <a:avLst/>
          </a:prstGeom>
          <a:noFill/>
          <a:ln w="285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4663440" y="370332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2B2B2B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2: child runs ./child (child.c) using execl()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4389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7 exits the program.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3333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301752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Creation and Execution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Process Creation, Execution and Termination System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fork() creates a child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execl() runs a new program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process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1234 (example)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H="1">
            <a:off x="1417320" y="2011680"/>
            <a:ext cx="1051560" cy="548640"/>
          </a:xfrm>
          <a:prstGeom prst="line">
            <a:avLst/>
          </a:prstGeom>
          <a:noFill/>
          <a:ln w="285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68880" y="2011680"/>
            <a:ext cx="1051560" cy="548640"/>
          </a:xfrm>
          <a:prstGeom prst="line">
            <a:avLst/>
          </a:prstGeom>
          <a:noFill/>
          <a:ln w="285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194560" y="20848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60604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2F2F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continues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returns child PID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60604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555555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process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returns 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46304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process (PID 1235, example) runs main.c code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2011680"/>
            <a:ext cx="0" cy="548640"/>
          </a:xfrm>
          <a:prstGeom prst="line">
            <a:avLst/>
          </a:prstGeom>
          <a:noFill/>
          <a:ln w="285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681228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execl("./child", ...)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60604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555555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process, same PID 1235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running the child executable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118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makes a copy of the parent as a new child.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returns 0 in the child and the child PID in the parent.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6118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execl() replaces the program inside the child with the child executable.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itself and its PID remain the same.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3333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301752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and Abnormal Termination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Process Creation, Execution and Termination System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023360" cy="411480"/>
          </a:xfrm>
          <a:prstGeom prst="roundRect">
            <a:avLst>
              <a:gd name="adj" fmla="val 17778"/>
            </a:avLst>
          </a:prstGeom>
          <a:solidFill>
            <a:srgbClr val="5555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Termination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819656"/>
            <a:ext cx="384048" cy="384048"/>
          </a:xfrm>
          <a:prstGeom prst="ellipse">
            <a:avLst/>
          </a:prstGeom>
          <a:solidFill>
            <a:srgbClr val="3333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691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exit(0)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child ends normally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596896"/>
            <a:ext cx="384048" cy="384048"/>
          </a:xfrm>
          <a:prstGeom prst="ellipse">
            <a:avLst/>
          </a:prstGeom>
          <a:solidFill>
            <a:srgbClr val="3333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468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waitpid()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parent collects the status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374136"/>
            <a:ext cx="384048" cy="384048"/>
          </a:xfrm>
          <a:prstGeom prst="ellipse">
            <a:avLst/>
          </a:prstGeom>
          <a:solidFill>
            <a:srgbClr val="3333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46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WIFEXITED()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true, then </a:t>
            </a:r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WEXITSTATUS()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gives the exit code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1097280"/>
            <a:ext cx="4023360" cy="411480"/>
          </a:xfrm>
          <a:prstGeom prst="roundRect">
            <a:avLst>
              <a:gd name="adj" fmla="val 17778"/>
            </a:avLst>
          </a:prstGeom>
          <a:solidFill>
            <a:srgbClr val="2B2B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Termination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169164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00600" y="1819656"/>
            <a:ext cx="384048" cy="384048"/>
          </a:xfrm>
          <a:prstGeom prst="ellipse">
            <a:avLst/>
          </a:prstGeom>
          <a:solidFill>
            <a:srgbClr val="3333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1691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is stopped by a signal (not by its own exit)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46888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00600" y="2596896"/>
            <a:ext cx="384048" cy="384048"/>
          </a:xfrm>
          <a:prstGeom prst="ellipse">
            <a:avLst/>
          </a:prstGeom>
          <a:solidFill>
            <a:srgbClr val="3333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2468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waitpid()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parent collects the status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2F2F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00600" y="3374136"/>
            <a:ext cx="384048" cy="384048"/>
          </a:xfrm>
          <a:prstGeom prst="ellipse">
            <a:avLst/>
          </a:prstGeom>
          <a:solidFill>
            <a:srgbClr val="3333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3246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WIFSIGNALED()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true: child was ended by a signal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2B2B2B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waits with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waitpid(pid, &amp;status, 0)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then checks the status with the macros.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3333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301752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 and Orphan Processes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Process Creation, Execution and Termination System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2B2B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 Process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544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terminated child whose exit status has not yet been collected by its parent.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F2F2F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Parent: still running, has not called wait()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68880" y="3063240"/>
            <a:ext cx="0" cy="457200"/>
          </a:xfrm>
          <a:prstGeom prst="line">
            <a:avLst/>
          </a:prstGeom>
          <a:noFill/>
          <a:ln w="285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265176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exits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66160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333333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Child: terminated, shown as Z (defunct)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parent calls wait() or waitpid().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1097280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2B2B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 Process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544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that keeps running after its parent terminates. It is adopted by another process.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468880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DDDDDD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Parent: terminated first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75120" y="3063240"/>
            <a:ext cx="0" cy="457200"/>
          </a:xfrm>
          <a:prstGeom prst="line">
            <a:avLst/>
          </a:prstGeom>
          <a:noFill/>
          <a:ln w="285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85800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keeps running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3566160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555555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Child: still running, adopted (e.g. by init/systemd)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adoption, the child gets a new parent (PPID).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3333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301752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and Observations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Process Creation, Execution and Termination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25296"/>
            <a:ext cx="118872" cy="118872"/>
          </a:xfrm>
          <a:prstGeom prst="ellipse">
            <a:avLst/>
          </a:prstGeom>
          <a:solidFill>
            <a:srgbClr val="BBBBBB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225296"/>
            <a:ext cx="118872" cy="11887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225296"/>
            <a:ext cx="118872" cy="118872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34440" y="11704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ubuntu@linux: ~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child.c -o child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main.c -o process_lifecycle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./process_lifecycle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choice: 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611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child.c first, because main.c runs ./child using execl(). Menu text and PIDs on your system will differ.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097280"/>
          <a:ext cx="4297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00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is created; parent and child have different PIDs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runs the child executable; PID stays the same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exit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status 0 found using WIFEXITED / WEXITSTATUS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Abnormal exit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detected using WIFSIGNALED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Zombie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Finished child remains until parent collects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Orphan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keeps running and is adopted by another 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3333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301752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2697480"/>
          </a:xfrm>
          <a:prstGeom prst="roundRect">
            <a:avLst>
              <a:gd name="adj" fmla="val 2712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00200"/>
            <a:ext cx="3611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creates processes; getpid() and getppid() identify them.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execl() runs a new program inside the same process.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wait() and waitpid() synchronize parent and child.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macros separate normal and abnormal endings.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 and orphan cases show why parents must manage children.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2697480"/>
          </a:xfrm>
          <a:prstGeom prst="roundRect">
            <a:avLst>
              <a:gd name="adj" fmla="val 2712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920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600200"/>
            <a:ext cx="3611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monitoring tool (PIDs and states).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of process events to a file.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scheduling demonstrations (for example, priority with nice).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and inter-process communication demos.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Process Creation, Execution and Termination System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Process Creation, Execution and Termination System</dc:title>
  <dc:subject>PptxGenJS Presentation</dc:subject>
  <dc:creator>PptxGenJS</dc:creator>
  <cp:lastModifiedBy>PptxGenJS</cp:lastModifiedBy>
  <cp:revision>1</cp:revision>
  <dcterms:created xsi:type="dcterms:W3CDTF">2026-09-29T03:18:18Z</dcterms:created>
  <dcterms:modified xsi:type="dcterms:W3CDTF">2026-09-29T03:18:18Z</dcterms:modified>
</cp:coreProperties>
</file>